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972800" cy="377666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76D2"/>
    <a:srgbClr val="14233E"/>
    <a:srgbClr val="E56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8" autoAdjust="0"/>
    <p:restoredTop sz="95139" autoAdjust="0"/>
  </p:normalViewPr>
  <p:slideViewPr>
    <p:cSldViewPr snapToGrid="0" snapToObjects="1">
      <p:cViewPr varScale="1">
        <p:scale>
          <a:sx n="175" d="100"/>
          <a:sy n="175" d="100"/>
        </p:scale>
        <p:origin x="126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8136987-AA17-C50C-7FD1-44601F7337AF}"/>
              </a:ext>
            </a:extLst>
          </p:cNvPr>
          <p:cNvSpPr/>
          <p:nvPr/>
        </p:nvSpPr>
        <p:spPr>
          <a:xfrm>
            <a:off x="381000" y="2604974"/>
            <a:ext cx="10234613" cy="1014220"/>
          </a:xfrm>
          <a:prstGeom prst="roundRect">
            <a:avLst/>
          </a:prstGeom>
          <a:noFill/>
          <a:ln w="19050">
            <a:solidFill>
              <a:srgbClr val="1423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708C597-3717-4843-A1AD-A2C617688ADB}"/>
              </a:ext>
            </a:extLst>
          </p:cNvPr>
          <p:cNvSpPr>
            <a:spLocks noGrp="1"/>
          </p:cNvSpPr>
          <p:nvPr/>
        </p:nvSpPr>
        <p:spPr>
          <a:xfrm>
            <a:off x="274320" y="164592"/>
            <a:ext cx="2395728" cy="1883664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9525">
            <a:solidFill>
              <a:srgbClr val="D4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B6C613-5457-4CF3-A353-6AF66F2EE3EA}"/>
              </a:ext>
            </a:extLst>
          </p:cNvPr>
          <p:cNvSpPr>
            <a:spLocks noGrp="1"/>
          </p:cNvSpPr>
          <p:nvPr/>
        </p:nvSpPr>
        <p:spPr>
          <a:xfrm>
            <a:off x="274320" y="164592"/>
            <a:ext cx="2395728" cy="310896"/>
          </a:xfrm>
          <a:prstGeom prst="roundRect">
            <a:avLst>
              <a:gd name="adj" fmla="val 14706"/>
            </a:avLst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F69AE5-18C3-40C6-9A9E-CF9DE0A2BE98}"/>
              </a:ext>
            </a:extLst>
          </p:cNvPr>
          <p:cNvSpPr>
            <a:spLocks noGrp="1"/>
          </p:cNvSpPr>
          <p:nvPr/>
        </p:nvSpPr>
        <p:spPr>
          <a:xfrm>
            <a:off x="274320" y="320040"/>
            <a:ext cx="2395728" cy="155448"/>
          </a:xfrm>
          <a:prstGeom prst="rect">
            <a:avLst/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AE229A-117F-43D7-8EA4-0043E4E993C3}"/>
              </a:ext>
            </a:extLst>
          </p:cNvPr>
          <p:cNvSpPr>
            <a:spLocks noGrp="1"/>
          </p:cNvSpPr>
          <p:nvPr/>
        </p:nvSpPr>
        <p:spPr>
          <a:xfrm>
            <a:off x="274320" y="475488"/>
            <a:ext cx="2395728" cy="0"/>
          </a:xfrm>
          <a:prstGeom prst="line">
            <a:avLst/>
          </a:prstGeom>
          <a:noFill/>
          <a:ln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B4AFFC-BA22-4D11-AD44-E4946A83C3CF}"/>
              </a:ext>
            </a:extLst>
          </p:cNvPr>
          <p:cNvSpPr>
            <a:spLocks noGrp="1"/>
          </p:cNvSpPr>
          <p:nvPr/>
        </p:nvSpPr>
        <p:spPr>
          <a:xfrm>
            <a:off x="274320" y="164592"/>
            <a:ext cx="2395728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Parallel captures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9588DD-2D0A-4896-8FF5-F25B24CEBCD6}"/>
              </a:ext>
            </a:extLst>
          </p:cNvPr>
          <p:cNvSpPr>
            <a:spLocks noGrp="1"/>
          </p:cNvSpPr>
          <p:nvPr/>
        </p:nvSpPr>
        <p:spPr>
          <a:xfrm>
            <a:off x="2944368" y="164592"/>
            <a:ext cx="2633472" cy="1883664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9525">
            <a:solidFill>
              <a:srgbClr val="D4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87EEA9-45BB-4E29-938F-BE23C0EAF0F0}"/>
              </a:ext>
            </a:extLst>
          </p:cNvPr>
          <p:cNvSpPr>
            <a:spLocks noGrp="1"/>
          </p:cNvSpPr>
          <p:nvPr/>
        </p:nvSpPr>
        <p:spPr>
          <a:xfrm>
            <a:off x="2944368" y="164592"/>
            <a:ext cx="2633472" cy="310896"/>
          </a:xfrm>
          <a:prstGeom prst="roundRect">
            <a:avLst>
              <a:gd name="adj" fmla="val 14706"/>
            </a:avLst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D2E5ECB-D563-4745-8CBA-44EF39240FBD}"/>
              </a:ext>
            </a:extLst>
          </p:cNvPr>
          <p:cNvSpPr>
            <a:spLocks noGrp="1"/>
          </p:cNvSpPr>
          <p:nvPr/>
        </p:nvSpPr>
        <p:spPr>
          <a:xfrm>
            <a:off x="2944368" y="320040"/>
            <a:ext cx="2633472" cy="155448"/>
          </a:xfrm>
          <a:prstGeom prst="rect">
            <a:avLst/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F0BA95A-6D61-4F3E-973C-9A31320DC01C}"/>
              </a:ext>
            </a:extLst>
          </p:cNvPr>
          <p:cNvSpPr>
            <a:spLocks noGrp="1"/>
          </p:cNvSpPr>
          <p:nvPr/>
        </p:nvSpPr>
        <p:spPr>
          <a:xfrm>
            <a:off x="2944368" y="475488"/>
            <a:ext cx="2633472" cy="0"/>
          </a:xfrm>
          <a:prstGeom prst="line">
            <a:avLst/>
          </a:prstGeom>
          <a:noFill/>
          <a:ln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396D79-0A13-4E02-A6B6-EEC36B4E12F8}"/>
              </a:ext>
            </a:extLst>
          </p:cNvPr>
          <p:cNvSpPr>
            <a:spLocks noGrp="1"/>
          </p:cNvSpPr>
          <p:nvPr/>
        </p:nvSpPr>
        <p:spPr>
          <a:xfrm>
            <a:off x="2944368" y="164592"/>
            <a:ext cx="2633472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Pending d</a:t>
            </a:r>
            <a:r>
              <a:rPr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raft sequence</a:t>
            </a:r>
            <a:r>
              <a:rPr lang="en-US"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</a:t>
            </a:r>
            <a:endParaRPr sz="14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0AE8D0F-4259-4985-A599-F3C9D196FD68}"/>
              </a:ext>
            </a:extLst>
          </p:cNvPr>
          <p:cNvSpPr>
            <a:spLocks noGrp="1"/>
          </p:cNvSpPr>
          <p:nvPr/>
        </p:nvSpPr>
        <p:spPr>
          <a:xfrm>
            <a:off x="5852160" y="164592"/>
            <a:ext cx="4846320" cy="1883664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9525">
            <a:solidFill>
              <a:srgbClr val="D4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00DD1AC-3D58-448A-8C27-CE9296E6AC36}"/>
              </a:ext>
            </a:extLst>
          </p:cNvPr>
          <p:cNvSpPr>
            <a:spLocks noGrp="1"/>
          </p:cNvSpPr>
          <p:nvPr/>
        </p:nvSpPr>
        <p:spPr>
          <a:xfrm>
            <a:off x="5852160" y="164592"/>
            <a:ext cx="4846320" cy="310896"/>
          </a:xfrm>
          <a:prstGeom prst="roundRect">
            <a:avLst>
              <a:gd name="adj" fmla="val 14706"/>
            </a:avLst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B04C79-045D-4C37-AA80-9A7114542EA6}"/>
              </a:ext>
            </a:extLst>
          </p:cNvPr>
          <p:cNvSpPr>
            <a:spLocks noGrp="1"/>
          </p:cNvSpPr>
          <p:nvPr/>
        </p:nvSpPr>
        <p:spPr>
          <a:xfrm>
            <a:off x="5852160" y="320040"/>
            <a:ext cx="4846320" cy="155448"/>
          </a:xfrm>
          <a:prstGeom prst="rect">
            <a:avLst/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5FACCBF-3B29-4002-B818-DBC258914B03}"/>
              </a:ext>
            </a:extLst>
          </p:cNvPr>
          <p:cNvSpPr>
            <a:spLocks noGrp="1"/>
          </p:cNvSpPr>
          <p:nvPr/>
        </p:nvSpPr>
        <p:spPr>
          <a:xfrm>
            <a:off x="5852160" y="475488"/>
            <a:ext cx="4846320" cy="0"/>
          </a:xfrm>
          <a:prstGeom prst="line">
            <a:avLst/>
          </a:prstGeom>
          <a:noFill/>
          <a:ln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0E8504C-C4D0-43AF-A031-01045DF7A542}"/>
              </a:ext>
            </a:extLst>
          </p:cNvPr>
          <p:cNvSpPr>
            <a:spLocks noGrp="1"/>
          </p:cNvSpPr>
          <p:nvPr/>
        </p:nvSpPr>
        <p:spPr>
          <a:xfrm>
            <a:off x="5751100" y="164592"/>
            <a:ext cx="4846320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Run</a:t>
            </a:r>
            <a:r>
              <a:rPr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 draft sequence</a:t>
            </a:r>
            <a:endParaRPr sz="14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E070AD4-5DB0-4737-B928-F792D7AE167E}"/>
              </a:ext>
            </a:extLst>
          </p:cNvPr>
          <p:cNvSpPr>
            <a:spLocks noGrp="1"/>
          </p:cNvSpPr>
          <p:nvPr/>
        </p:nvSpPr>
        <p:spPr>
          <a:xfrm>
            <a:off x="3810000" y="2434649"/>
            <a:ext cx="3352800" cy="330200"/>
          </a:xfrm>
          <a:prstGeom prst="roundRect">
            <a:avLst>
              <a:gd name="adj" fmla="val 22851"/>
            </a:avLst>
          </a:prstGeom>
          <a:solidFill>
            <a:srgbClr val="14233E"/>
          </a:solidFill>
          <a:ln w="19050">
            <a:solidFill>
              <a:srgbClr val="14233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9786E0-CA85-40B2-9E17-8598FA0FF4A0}"/>
              </a:ext>
            </a:extLst>
          </p:cNvPr>
          <p:cNvSpPr>
            <a:spLocks noGrp="1"/>
          </p:cNvSpPr>
          <p:nvPr/>
        </p:nvSpPr>
        <p:spPr>
          <a:xfrm>
            <a:off x="3810000" y="2434649"/>
            <a:ext cx="33528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  <a:defRPr sz="1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4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Budget-Aware Draft Controller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1E05F7B-70B6-4082-8865-FBC3D60D3032}"/>
              </a:ext>
            </a:extLst>
          </p:cNvPr>
          <p:cNvSpPr>
            <a:spLocks noGrp="1"/>
          </p:cNvSpPr>
          <p:nvPr/>
        </p:nvSpPr>
        <p:spPr>
          <a:xfrm>
            <a:off x="9238698" y="219456"/>
            <a:ext cx="56692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795">
            <a:solidFill>
              <a:srgbClr val="24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59DD7C-72CD-4C07-8BB9-98368659D2F8}"/>
              </a:ext>
            </a:extLst>
          </p:cNvPr>
          <p:cNvSpPr>
            <a:spLocks noGrp="1"/>
          </p:cNvSpPr>
          <p:nvPr/>
        </p:nvSpPr>
        <p:spPr>
          <a:xfrm>
            <a:off x="9238698" y="219456"/>
            <a:ext cx="566928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draft </a:t>
            </a:r>
            <a:r>
              <a:rPr sz="1050" b="1" i="1">
                <a:solidFill>
                  <a:srgbClr val="2476D2"/>
                </a:solidFill>
                <a:latin typeface="Arial"/>
                <a:ea typeface="Arial"/>
                <a:cs typeface="Arial"/>
              </a:rPr>
              <a:t>i</a:t>
            </a:r>
            <a:endParaRPr sz="10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860A2E1-ED62-42C8-9CA3-7A3206534039}"/>
              </a:ext>
            </a:extLst>
          </p:cNvPr>
          <p:cNvSpPr>
            <a:spLocks noGrp="1"/>
          </p:cNvSpPr>
          <p:nvPr/>
        </p:nvSpPr>
        <p:spPr>
          <a:xfrm>
            <a:off x="457200" y="758952"/>
            <a:ext cx="1298448" cy="347472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16BF3E7-87FA-4715-9A96-FA095C1ABE0C}"/>
              </a:ext>
            </a:extLst>
          </p:cNvPr>
          <p:cNvSpPr>
            <a:spLocks noGrp="1"/>
          </p:cNvSpPr>
          <p:nvPr/>
        </p:nvSpPr>
        <p:spPr>
          <a:xfrm>
            <a:off x="457200" y="758952"/>
            <a:ext cx="1298448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endParaRPr sz="12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C7B93B2-67A8-460A-A979-EF67840AC2EA}"/>
              </a:ext>
            </a:extLst>
          </p:cNvPr>
          <p:cNvSpPr>
            <a:spLocks noGrp="1"/>
          </p:cNvSpPr>
          <p:nvPr/>
        </p:nvSpPr>
        <p:spPr>
          <a:xfrm>
            <a:off x="1097280" y="1572768"/>
            <a:ext cx="1298448" cy="347472"/>
          </a:xfrm>
          <a:prstGeom prst="roundRect">
            <a:avLst>
              <a:gd name="adj" fmla="val 1184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B8F62CF-01D8-47BC-BE3F-CBEF7E66E93F}"/>
              </a:ext>
            </a:extLst>
          </p:cNvPr>
          <p:cNvSpPr>
            <a:spLocks noGrp="1"/>
          </p:cNvSpPr>
          <p:nvPr/>
        </p:nvSpPr>
        <p:spPr>
          <a:xfrm>
            <a:off x="1097280" y="1572768"/>
            <a:ext cx="1298448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+2</a:t>
            </a:r>
            <a:endParaRPr sz="12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E606E8E-3595-4B98-BC33-1049BC1C1363}"/>
              </a:ext>
            </a:extLst>
          </p:cNvPr>
          <p:cNvSpPr>
            <a:spLocks noGrp="1"/>
          </p:cNvSpPr>
          <p:nvPr/>
        </p:nvSpPr>
        <p:spPr>
          <a:xfrm>
            <a:off x="1755648" y="932688"/>
            <a:ext cx="804672" cy="0"/>
          </a:xfrm>
          <a:prstGeom prst="line">
            <a:avLst/>
          </a:prstGeom>
          <a:noFill/>
          <a:ln w="1905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BA0A33E-86CA-4E48-BDE9-E620E96D106A}"/>
              </a:ext>
            </a:extLst>
          </p:cNvPr>
          <p:cNvSpPr>
            <a:spLocks noGrp="1"/>
          </p:cNvSpPr>
          <p:nvPr/>
        </p:nvSpPr>
        <p:spPr>
          <a:xfrm>
            <a:off x="2395728" y="1746504"/>
            <a:ext cx="164592" cy="0"/>
          </a:xfrm>
          <a:prstGeom prst="line">
            <a:avLst/>
          </a:prstGeom>
          <a:noFill/>
          <a:ln w="1905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2239103-021D-406C-A1AA-4C9A5D0373BC}"/>
              </a:ext>
            </a:extLst>
          </p:cNvPr>
          <p:cNvSpPr>
            <a:spLocks noGrp="1"/>
          </p:cNvSpPr>
          <p:nvPr/>
        </p:nvSpPr>
        <p:spPr>
          <a:xfrm>
            <a:off x="2560320" y="932688"/>
            <a:ext cx="0" cy="813816"/>
          </a:xfrm>
          <a:prstGeom prst="line">
            <a:avLst/>
          </a:prstGeom>
          <a:noFill/>
          <a:ln w="1905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2BFAD81-EB86-4E1C-9EB6-828BCC95C713}"/>
              </a:ext>
            </a:extLst>
          </p:cNvPr>
          <p:cNvSpPr>
            <a:spLocks noGrp="1"/>
          </p:cNvSpPr>
          <p:nvPr/>
        </p:nvSpPr>
        <p:spPr>
          <a:xfrm>
            <a:off x="2011680" y="1280160"/>
            <a:ext cx="1078992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49CF741-B189-4FA3-B9E2-393E0BD59B85}"/>
              </a:ext>
            </a:extLst>
          </p:cNvPr>
          <p:cNvSpPr>
            <a:spLocks noGrp="1"/>
          </p:cNvSpPr>
          <p:nvPr/>
        </p:nvSpPr>
        <p:spPr>
          <a:xfrm>
            <a:off x="2514600" y="1234440"/>
            <a:ext cx="91440" cy="91440"/>
          </a:xfrm>
          <a:prstGeom prst="ellipse">
            <a:avLst/>
          </a:prstGeom>
          <a:solidFill>
            <a:srgbClr val="14233E"/>
          </a:solidFill>
          <a:ln w="63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0A2891B-5C5D-4C75-B29D-0A878063A2F4}"/>
              </a:ext>
            </a:extLst>
          </p:cNvPr>
          <p:cNvSpPr>
            <a:spLocks noGrp="1"/>
          </p:cNvSpPr>
          <p:nvPr/>
        </p:nvSpPr>
        <p:spPr>
          <a:xfrm>
            <a:off x="3090672" y="914400"/>
            <a:ext cx="2340864" cy="731520"/>
          </a:xfrm>
          <a:prstGeom prst="roundRect">
            <a:avLst>
              <a:gd name="adj" fmla="val 6250"/>
            </a:avLst>
          </a:prstGeom>
          <a:solidFill>
            <a:srgbClr val="ECF1F8"/>
          </a:solidFill>
          <a:ln w="1397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6626D45-89C3-4781-8641-B2177DC0C81F}"/>
              </a:ext>
            </a:extLst>
          </p:cNvPr>
          <p:cNvSpPr>
            <a:spLocks noGrp="1"/>
          </p:cNvSpPr>
          <p:nvPr/>
        </p:nvSpPr>
        <p:spPr>
          <a:xfrm>
            <a:off x="3172968" y="1069848"/>
            <a:ext cx="384048" cy="4206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476D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6F97C46-5473-42C3-8A64-0BFA05C993C3}"/>
              </a:ext>
            </a:extLst>
          </p:cNvPr>
          <p:cNvSpPr>
            <a:spLocks noGrp="1"/>
          </p:cNvSpPr>
          <p:nvPr/>
        </p:nvSpPr>
        <p:spPr>
          <a:xfrm>
            <a:off x="3639312" y="1069848"/>
            <a:ext cx="813816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B7F5CB5-8930-46CC-8DA1-161F5C17B938}"/>
              </a:ext>
            </a:extLst>
          </p:cNvPr>
          <p:cNvSpPr>
            <a:spLocks noGrp="1"/>
          </p:cNvSpPr>
          <p:nvPr/>
        </p:nvSpPr>
        <p:spPr>
          <a:xfrm>
            <a:off x="3639312" y="1069848"/>
            <a:ext cx="813816" cy="4206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</a:t>
            </a:r>
            <a:r>
              <a:rPr lang="en-US"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1</a:t>
            </a:r>
            <a:endParaRPr sz="12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6DE57DF-A916-4359-9BAC-C3BC45E93C5E}"/>
              </a:ext>
            </a:extLst>
          </p:cNvPr>
          <p:cNvSpPr>
            <a:spLocks noGrp="1"/>
          </p:cNvSpPr>
          <p:nvPr/>
        </p:nvSpPr>
        <p:spPr>
          <a:xfrm>
            <a:off x="4535424" y="1069848"/>
            <a:ext cx="813816" cy="420624"/>
          </a:xfrm>
          <a:prstGeom prst="roundRect">
            <a:avLst>
              <a:gd name="adj" fmla="val 7609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E721CFC-0484-441E-931B-316CD9F40DFA}"/>
              </a:ext>
            </a:extLst>
          </p:cNvPr>
          <p:cNvSpPr>
            <a:spLocks noGrp="1"/>
          </p:cNvSpPr>
          <p:nvPr/>
        </p:nvSpPr>
        <p:spPr>
          <a:xfrm>
            <a:off x="4535424" y="1069848"/>
            <a:ext cx="813816" cy="4206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</a:t>
            </a:r>
            <a:r>
              <a:rPr lang="en-US"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2</a:t>
            </a:r>
            <a:endParaRPr sz="12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8ACA8A7-7FA2-4C09-8970-4D99707E49AD}"/>
              </a:ext>
            </a:extLst>
          </p:cNvPr>
          <p:cNvSpPr>
            <a:spLocks noGrp="1"/>
          </p:cNvSpPr>
          <p:nvPr/>
        </p:nvSpPr>
        <p:spPr>
          <a:xfrm>
            <a:off x="5431536" y="1280160"/>
            <a:ext cx="676656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080A74A-129F-4B94-ADB5-44AC8E66D312}"/>
              </a:ext>
            </a:extLst>
          </p:cNvPr>
          <p:cNvSpPr>
            <a:spLocks noGrp="1"/>
          </p:cNvSpPr>
          <p:nvPr/>
        </p:nvSpPr>
        <p:spPr>
          <a:xfrm>
            <a:off x="6108192" y="530352"/>
            <a:ext cx="2029968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Optional </a:t>
            </a:r>
            <a:r>
              <a:rPr lang="en-US"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stages</a:t>
            </a:r>
            <a:endParaRPr sz="12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C7FA2AD-4910-4255-AA80-E3BD62C4E20D}"/>
              </a:ext>
            </a:extLst>
          </p:cNvPr>
          <p:cNvSpPr>
            <a:spLocks noGrp="1"/>
          </p:cNvSpPr>
          <p:nvPr/>
        </p:nvSpPr>
        <p:spPr>
          <a:xfrm>
            <a:off x="6108192" y="786384"/>
            <a:ext cx="2029968" cy="987552"/>
          </a:xfrm>
          <a:prstGeom prst="roundRect">
            <a:avLst>
              <a:gd name="adj" fmla="val 4630"/>
            </a:avLst>
          </a:prstGeom>
          <a:solidFill>
            <a:srgbClr val="EFF5FE"/>
          </a:solidFill>
          <a:ln w="13335">
            <a:solidFill>
              <a:srgbClr val="2476D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B1D5CF20-C351-4FA2-B7F2-2FC56A4AB93A}"/>
              </a:ext>
            </a:extLst>
          </p:cNvPr>
          <p:cNvSpPr>
            <a:spLocks noGrp="1"/>
          </p:cNvSpPr>
          <p:nvPr/>
        </p:nvSpPr>
        <p:spPr>
          <a:xfrm>
            <a:off x="6967728" y="1280160"/>
            <a:ext cx="310896" cy="0"/>
          </a:xfrm>
          <a:prstGeom prst="line">
            <a:avLst/>
          </a:prstGeom>
          <a:noFill/>
          <a:ln w="13335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9EF41727-C90D-41DB-AF32-DF0CF3048230}"/>
              </a:ext>
            </a:extLst>
          </p:cNvPr>
          <p:cNvSpPr>
            <a:spLocks noGrp="1"/>
          </p:cNvSpPr>
          <p:nvPr/>
        </p:nvSpPr>
        <p:spPr>
          <a:xfrm>
            <a:off x="7278624" y="941344"/>
            <a:ext cx="731520" cy="70457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595ACAC-5372-4C34-B3C5-ABCC6CCF9D1B}"/>
              </a:ext>
            </a:extLst>
          </p:cNvPr>
          <p:cNvSpPr>
            <a:spLocks noGrp="1"/>
          </p:cNvSpPr>
          <p:nvPr/>
        </p:nvSpPr>
        <p:spPr>
          <a:xfrm>
            <a:off x="7363854" y="1157330"/>
            <a:ext cx="219456" cy="35113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196F7AAB-9F93-4949-A910-20B32F0C8DF3}"/>
              </a:ext>
            </a:extLst>
          </p:cNvPr>
          <p:cNvSpPr>
            <a:spLocks noGrp="1"/>
          </p:cNvSpPr>
          <p:nvPr/>
        </p:nvSpPr>
        <p:spPr>
          <a:xfrm>
            <a:off x="7583310" y="1157330"/>
            <a:ext cx="219456" cy="351130"/>
          </a:xfrm>
          <a:prstGeom prst="rect">
            <a:avLst/>
          </a:prstGeom>
          <a:solidFill>
            <a:srgbClr val="EFF5FE"/>
          </a:solidFill>
          <a:ln w="12700">
            <a:solidFill>
              <a:srgbClr val="EFF5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75FBB665-42D4-493D-9B82-DB2713D2F79F}"/>
              </a:ext>
            </a:extLst>
          </p:cNvPr>
          <p:cNvSpPr>
            <a:spLocks noGrp="1"/>
          </p:cNvSpPr>
          <p:nvPr/>
        </p:nvSpPr>
        <p:spPr>
          <a:xfrm>
            <a:off x="7415061" y="1208536"/>
            <a:ext cx="58522" cy="58522"/>
          </a:xfrm>
          <a:prstGeom prst="ellipse">
            <a:avLst/>
          </a:prstGeom>
          <a:solidFill>
            <a:srgbClr val="708CB5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7D5C71CE-7C95-47EF-84C4-1218A7C492C1}"/>
              </a:ext>
            </a:extLst>
          </p:cNvPr>
          <p:cNvSpPr>
            <a:spLocks noGrp="1"/>
          </p:cNvSpPr>
          <p:nvPr/>
        </p:nvSpPr>
        <p:spPr>
          <a:xfrm>
            <a:off x="7393115" y="1354840"/>
            <a:ext cx="190195" cy="109728"/>
          </a:xfrm>
          <a:prstGeom prst="triangle">
            <a:avLst/>
          </a:prstGeom>
          <a:solidFill>
            <a:srgbClr val="6A83AC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35B823E7-D2A2-418B-AEAD-CB31FF57A468}"/>
              </a:ext>
            </a:extLst>
          </p:cNvPr>
          <p:cNvSpPr>
            <a:spLocks noGrp="1"/>
          </p:cNvSpPr>
          <p:nvPr/>
        </p:nvSpPr>
        <p:spPr>
          <a:xfrm>
            <a:off x="7554049" y="1289003"/>
            <a:ext cx="204826" cy="175565"/>
          </a:xfrm>
          <a:prstGeom prst="triangle">
            <a:avLst/>
          </a:prstGeom>
          <a:solidFill>
            <a:srgbClr val="405F8E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15BD275B-BC4D-4A27-8166-43EE8FC19755}"/>
              </a:ext>
            </a:extLst>
          </p:cNvPr>
          <p:cNvSpPr>
            <a:spLocks noGrp="1"/>
          </p:cNvSpPr>
          <p:nvPr/>
        </p:nvSpPr>
        <p:spPr>
          <a:xfrm>
            <a:off x="7583310" y="1157330"/>
            <a:ext cx="0" cy="35113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371D73B1-03C3-4737-B2FC-705AB89C798D}"/>
              </a:ext>
            </a:extLst>
          </p:cNvPr>
          <p:cNvSpPr>
            <a:spLocks noGrp="1"/>
          </p:cNvSpPr>
          <p:nvPr/>
        </p:nvSpPr>
        <p:spPr>
          <a:xfrm>
            <a:off x="7373380" y="1162093"/>
            <a:ext cx="438912" cy="351130"/>
          </a:xfrm>
          <a:prstGeom prst="roundRect">
            <a:avLst>
              <a:gd name="adj" fmla="val 5208"/>
            </a:avLst>
          </a:prstGeom>
          <a:solidFill>
            <a:srgbClr val="FFFFFF">
              <a:alpha val="0"/>
            </a:srgbClr>
          </a:solidFill>
          <a:ln w="1143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8C0428F2-1006-46A0-A26E-4CFBDFF8032B}"/>
              </a:ext>
            </a:extLst>
          </p:cNvPr>
          <p:cNvSpPr>
            <a:spLocks noGrp="1"/>
          </p:cNvSpPr>
          <p:nvPr/>
        </p:nvSpPr>
        <p:spPr>
          <a:xfrm>
            <a:off x="7797662" y="1023104"/>
            <a:ext cx="131674" cy="131674"/>
          </a:xfrm>
          <a:prstGeom prst="star4">
            <a:avLst/>
          </a:prstGeom>
          <a:solidFill>
            <a:srgbClr val="2476D2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75EB89BE-1988-4C8A-8B05-2BD7AAA1199C}"/>
              </a:ext>
            </a:extLst>
          </p:cNvPr>
          <p:cNvSpPr>
            <a:spLocks noGrp="1"/>
          </p:cNvSpPr>
          <p:nvPr/>
        </p:nvSpPr>
        <p:spPr>
          <a:xfrm>
            <a:off x="8138160" y="1280160"/>
            <a:ext cx="420624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6E1D1DE4-24C7-4A4B-B007-98A41BE41148}"/>
              </a:ext>
            </a:extLst>
          </p:cNvPr>
          <p:cNvSpPr>
            <a:spLocks noGrp="1"/>
          </p:cNvSpPr>
          <p:nvPr/>
        </p:nvSpPr>
        <p:spPr>
          <a:xfrm>
            <a:off x="8558784" y="91440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AEBDFA78-A7FD-48B0-8657-9D3D7E40CDB1}"/>
              </a:ext>
            </a:extLst>
          </p:cNvPr>
          <p:cNvSpPr>
            <a:spLocks noGrp="1"/>
          </p:cNvSpPr>
          <p:nvPr/>
        </p:nvSpPr>
        <p:spPr>
          <a:xfrm>
            <a:off x="8719718" y="1074652"/>
            <a:ext cx="409651" cy="409651"/>
          </a:xfrm>
          <a:prstGeom prst="can">
            <a:avLst/>
          </a:prstGeom>
          <a:solidFill>
            <a:srgbClr val="14233E"/>
          </a:solidFill>
          <a:ln w="1270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94091AB2-B43C-4EAF-A08C-472D76414B2A}"/>
              </a:ext>
            </a:extLst>
          </p:cNvPr>
          <p:cNvSpPr>
            <a:spLocks noGrp="1"/>
          </p:cNvSpPr>
          <p:nvPr/>
        </p:nvSpPr>
        <p:spPr>
          <a:xfrm>
            <a:off x="8785555" y="1250216"/>
            <a:ext cx="65837" cy="65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E75C337D-B31B-4FEB-93C1-F8347BFA44FF}"/>
              </a:ext>
            </a:extLst>
          </p:cNvPr>
          <p:cNvSpPr>
            <a:spLocks noGrp="1"/>
          </p:cNvSpPr>
          <p:nvPr/>
        </p:nvSpPr>
        <p:spPr>
          <a:xfrm>
            <a:off x="8884310" y="1250216"/>
            <a:ext cx="65837" cy="65837"/>
          </a:xfrm>
          <a:prstGeom prst="rect">
            <a:avLst/>
          </a:prstGeom>
          <a:solidFill>
            <a:srgbClr val="2476D2"/>
          </a:solidFill>
          <a:ln w="12700">
            <a:solidFill>
              <a:srgbClr val="2476D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A5A9D13A-0EC6-427E-BEFA-9EFDAFE814C0}"/>
              </a:ext>
            </a:extLst>
          </p:cNvPr>
          <p:cNvSpPr>
            <a:spLocks noGrp="1"/>
          </p:cNvSpPr>
          <p:nvPr/>
        </p:nvSpPr>
        <p:spPr>
          <a:xfrm>
            <a:off x="8983066" y="1250216"/>
            <a:ext cx="65837" cy="65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708C7083-7E41-4DDC-9932-190B8B9918DE}"/>
              </a:ext>
            </a:extLst>
          </p:cNvPr>
          <p:cNvSpPr>
            <a:spLocks noGrp="1"/>
          </p:cNvSpPr>
          <p:nvPr/>
        </p:nvSpPr>
        <p:spPr>
          <a:xfrm>
            <a:off x="8203996" y="1674750"/>
            <a:ext cx="1426464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Encoding &amp; </a:t>
            </a:r>
            <a:r>
              <a:rPr lang="en-US"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</a:t>
            </a:r>
            <a:r>
              <a:rPr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aving</a:t>
            </a:r>
            <a:endParaRPr sz="1100" dirty="0"/>
          </a:p>
        </p:txBody>
      </p:sp>
      <p:pic>
        <p:nvPicPr>
          <p:cNvPr id="166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914400"/>
            <a:ext cx="731520" cy="731520"/>
          </a:xfrm>
          <a:prstGeom prst="rect">
            <a:avLst/>
          </a:prstGeom>
        </p:spPr>
      </p:pic>
      <p:sp>
        <p:nvSpPr>
          <p:cNvPr id="65" name="Text 61">
            <a:extLst>
              <a:ext uri="{FF2B5EF4-FFF2-40B4-BE49-F238E27FC236}">
                <a16:creationId xmlns:a16="http://schemas.microsoft.com/office/drawing/2014/main" id="{62A020AE-C8BA-474F-BF80-2290D36F4F51}"/>
              </a:ext>
            </a:extLst>
          </p:cNvPr>
          <p:cNvSpPr>
            <a:spLocks noGrp="1"/>
          </p:cNvSpPr>
          <p:nvPr/>
        </p:nvSpPr>
        <p:spPr>
          <a:xfrm>
            <a:off x="9637776" y="1678022"/>
            <a:ext cx="877824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image</a:t>
            </a:r>
            <a:endParaRPr sz="1100" dirty="0"/>
          </a:p>
        </p:txBody>
      </p:sp>
      <p:sp>
        <p:nvSpPr>
          <p:cNvPr id="91" name="Text 85">
            <a:extLst>
              <a:ext uri="{FF2B5EF4-FFF2-40B4-BE49-F238E27FC236}">
                <a16:creationId xmlns:a16="http://schemas.microsoft.com/office/drawing/2014/main" id="{A2A67D77-2F58-4C17-8A51-A5AC170E15B9}"/>
              </a:ext>
            </a:extLst>
          </p:cNvPr>
          <p:cNvSpPr>
            <a:spLocks noGrp="1"/>
          </p:cNvSpPr>
          <p:nvPr/>
        </p:nvSpPr>
        <p:spPr>
          <a:xfrm>
            <a:off x="7431310" y="2294763"/>
            <a:ext cx="14859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r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2476D2"/>
                </a:solidFill>
                <a:latin typeface="Arial"/>
                <a:ea typeface="Arial"/>
                <a:cs typeface="Arial"/>
              </a:rPr>
              <a:t>decideAdmission</a:t>
            </a:r>
            <a:endParaRPr sz="1200" b="1" dirty="0"/>
          </a:p>
        </p:txBody>
      </p:sp>
      <p:sp>
        <p:nvSpPr>
          <p:cNvPr id="96" name="Text 90">
            <a:extLst>
              <a:ext uri="{FF2B5EF4-FFF2-40B4-BE49-F238E27FC236}">
                <a16:creationId xmlns:a16="http://schemas.microsoft.com/office/drawing/2014/main" id="{C80CE1AA-C4F7-4A64-A8C3-A6985132A253}"/>
              </a:ext>
            </a:extLst>
          </p:cNvPr>
          <p:cNvSpPr>
            <a:spLocks noGrp="1"/>
          </p:cNvSpPr>
          <p:nvPr/>
        </p:nvSpPr>
        <p:spPr>
          <a:xfrm>
            <a:off x="6238601" y="1819025"/>
            <a:ext cx="10058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admit </a:t>
            </a:r>
            <a:r>
              <a:rPr lang="en-US"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/ </a:t>
            </a:r>
            <a:r>
              <a:rPr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skip</a:t>
            </a:r>
            <a:endParaRPr sz="1200" b="1" dirty="0"/>
          </a:p>
        </p:txBody>
      </p:sp>
      <p:sp>
        <p:nvSpPr>
          <p:cNvPr id="66" name="Shape 62">
            <a:extLst>
              <a:ext uri="{FF2B5EF4-FFF2-40B4-BE49-F238E27FC236}">
                <a16:creationId xmlns:a16="http://schemas.microsoft.com/office/drawing/2014/main" id="{00497630-EB6D-4879-B4D6-1889AA7AB29E}"/>
              </a:ext>
            </a:extLst>
          </p:cNvPr>
          <p:cNvSpPr>
            <a:spLocks noGrp="1"/>
          </p:cNvSpPr>
          <p:nvPr/>
        </p:nvSpPr>
        <p:spPr>
          <a:xfrm>
            <a:off x="585216" y="2887581"/>
            <a:ext cx="3163824" cy="548640"/>
          </a:xfrm>
          <a:prstGeom prst="roundRect">
            <a:avLst>
              <a:gd name="adj" fmla="val 9167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E56E2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9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2" y="2951589"/>
            <a:ext cx="420624" cy="420624"/>
          </a:xfrm>
          <a:prstGeom prst="rect">
            <a:avLst/>
          </a:prstGeom>
        </p:spPr>
      </p:pic>
      <p:sp>
        <p:nvSpPr>
          <p:cNvPr id="68" name="Text 63">
            <a:extLst>
              <a:ext uri="{FF2B5EF4-FFF2-40B4-BE49-F238E27FC236}">
                <a16:creationId xmlns:a16="http://schemas.microsoft.com/office/drawing/2014/main" id="{ACAB98B4-61C9-4CA7-BC9F-83F248925EEB}"/>
              </a:ext>
            </a:extLst>
          </p:cNvPr>
          <p:cNvSpPr>
            <a:spLocks noGrp="1"/>
          </p:cNvSpPr>
          <p:nvPr/>
        </p:nvSpPr>
        <p:spPr>
          <a:xfrm>
            <a:off x="1418873" y="2960335"/>
            <a:ext cx="2048875" cy="4119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lIns="0" tIns="0" rIns="0" bIns="0" anchor="ctr"/>
          <a:lstStyle/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Capture-Availability Pacing</a:t>
            </a:r>
            <a:endParaRPr sz="1200" dirty="0"/>
          </a:p>
        </p:txBody>
      </p:sp>
      <p:sp>
        <p:nvSpPr>
          <p:cNvPr id="70" name="Shape 65">
            <a:extLst>
              <a:ext uri="{FF2B5EF4-FFF2-40B4-BE49-F238E27FC236}">
                <a16:creationId xmlns:a16="http://schemas.microsoft.com/office/drawing/2014/main" id="{A3A41496-6450-41F0-9147-37F62F38D44C}"/>
              </a:ext>
            </a:extLst>
          </p:cNvPr>
          <p:cNvSpPr>
            <a:spLocks noGrp="1"/>
          </p:cNvSpPr>
          <p:nvPr/>
        </p:nvSpPr>
        <p:spPr>
          <a:xfrm>
            <a:off x="7178040" y="2887581"/>
            <a:ext cx="3209544" cy="548640"/>
          </a:xfrm>
          <a:prstGeom prst="roundRect">
            <a:avLst>
              <a:gd name="adj" fmla="val 9167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2476D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650" y="2951589"/>
            <a:ext cx="420624" cy="420624"/>
          </a:xfrm>
          <a:prstGeom prst="rect">
            <a:avLst/>
          </a:prstGeom>
        </p:spPr>
      </p:pic>
      <p:sp>
        <p:nvSpPr>
          <p:cNvPr id="72" name="Text 66">
            <a:extLst>
              <a:ext uri="{FF2B5EF4-FFF2-40B4-BE49-F238E27FC236}">
                <a16:creationId xmlns:a16="http://schemas.microsoft.com/office/drawing/2014/main" id="{7EEFA6E6-ED72-44E3-B172-E22FF6B09014}"/>
              </a:ext>
            </a:extLst>
          </p:cNvPr>
          <p:cNvSpPr>
            <a:spLocks noGrp="1"/>
          </p:cNvSpPr>
          <p:nvPr/>
        </p:nvSpPr>
        <p:spPr>
          <a:xfrm>
            <a:off x="7845552" y="2930170"/>
            <a:ext cx="2194560" cy="465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0" tIns="0" rIns="0" bIns="0" anchor="ctr"/>
          <a:lstStyle/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Remaining-Sequence Admission</a:t>
            </a:r>
            <a:endParaRPr sz="1200" dirty="0"/>
          </a:p>
        </p:txBody>
      </p:sp>
      <p:sp>
        <p:nvSpPr>
          <p:cNvPr id="74" name="Shape 68">
            <a:extLst>
              <a:ext uri="{FF2B5EF4-FFF2-40B4-BE49-F238E27FC236}">
                <a16:creationId xmlns:a16="http://schemas.microsoft.com/office/drawing/2014/main" id="{E7AA4324-B61A-4029-B927-8B296342B296}"/>
              </a:ext>
            </a:extLst>
          </p:cNvPr>
          <p:cNvSpPr>
            <a:spLocks noGrp="1"/>
          </p:cNvSpPr>
          <p:nvPr/>
        </p:nvSpPr>
        <p:spPr>
          <a:xfrm>
            <a:off x="4071085" y="2887581"/>
            <a:ext cx="2789491" cy="54864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26477"/>
            </a:solidFill>
            <a:prstDash val="solid"/>
          </a:ln>
        </p:spPr>
        <p:txBody>
          <a:bodyPr/>
          <a:lstStyle/>
          <a:p>
            <a:endParaRPr b="1"/>
          </a:p>
        </p:txBody>
      </p:sp>
      <p:sp>
        <p:nvSpPr>
          <p:cNvPr id="75" name="Shape 69">
            <a:extLst>
              <a:ext uri="{FF2B5EF4-FFF2-40B4-BE49-F238E27FC236}">
                <a16:creationId xmlns:a16="http://schemas.microsoft.com/office/drawing/2014/main" id="{E19EFAAB-3134-4002-994B-AC5220FE31C6}"/>
              </a:ext>
            </a:extLst>
          </p:cNvPr>
          <p:cNvSpPr>
            <a:spLocks noGrp="1"/>
          </p:cNvSpPr>
          <p:nvPr/>
        </p:nvSpPr>
        <p:spPr>
          <a:xfrm>
            <a:off x="4240281" y="3021725"/>
            <a:ext cx="305753" cy="30575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233E"/>
            </a:solidFill>
            <a:prstDash val="solid"/>
          </a:ln>
        </p:spPr>
        <p:txBody>
          <a:bodyPr/>
          <a:lstStyle/>
          <a:p>
            <a:endParaRPr b="1"/>
          </a:p>
        </p:txBody>
      </p:sp>
      <p:sp>
        <p:nvSpPr>
          <p:cNvPr id="76" name="Shape 70">
            <a:extLst>
              <a:ext uri="{FF2B5EF4-FFF2-40B4-BE49-F238E27FC236}">
                <a16:creationId xmlns:a16="http://schemas.microsoft.com/office/drawing/2014/main" id="{9D356B60-9495-41FD-AECF-A2FF55BAA484}"/>
              </a:ext>
            </a:extLst>
          </p:cNvPr>
          <p:cNvSpPr>
            <a:spLocks noGrp="1"/>
          </p:cNvSpPr>
          <p:nvPr/>
        </p:nvSpPr>
        <p:spPr>
          <a:xfrm flipH="1" flipV="1">
            <a:off x="4273999" y="3105831"/>
            <a:ext cx="31814" cy="18383"/>
          </a:xfrm>
          <a:prstGeom prst="line">
            <a:avLst/>
          </a:prstGeom>
          <a:noFill/>
          <a:ln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7" name="Shape 71">
            <a:extLst>
              <a:ext uri="{FF2B5EF4-FFF2-40B4-BE49-F238E27FC236}">
                <a16:creationId xmlns:a16="http://schemas.microsoft.com/office/drawing/2014/main" id="{C51CDBDD-D721-4F85-8D95-7598BB296CCE}"/>
              </a:ext>
            </a:extLst>
          </p:cNvPr>
          <p:cNvSpPr>
            <a:spLocks noGrp="1"/>
          </p:cNvSpPr>
          <p:nvPr/>
        </p:nvSpPr>
        <p:spPr>
          <a:xfrm flipV="1">
            <a:off x="4393157" y="3036965"/>
            <a:ext cx="0" cy="36671"/>
          </a:xfrm>
          <a:prstGeom prst="line">
            <a:avLst/>
          </a:prstGeom>
          <a:noFill/>
          <a:ln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8" name="Shape 72">
            <a:extLst>
              <a:ext uri="{FF2B5EF4-FFF2-40B4-BE49-F238E27FC236}">
                <a16:creationId xmlns:a16="http://schemas.microsoft.com/office/drawing/2014/main" id="{4AE8A0BE-0D28-461D-9ED7-4C8A9EAF199B}"/>
              </a:ext>
            </a:extLst>
          </p:cNvPr>
          <p:cNvSpPr>
            <a:spLocks noGrp="1"/>
          </p:cNvSpPr>
          <p:nvPr/>
        </p:nvSpPr>
        <p:spPr>
          <a:xfrm flipV="1">
            <a:off x="4480501" y="3105831"/>
            <a:ext cx="31814" cy="18383"/>
          </a:xfrm>
          <a:prstGeom prst="line">
            <a:avLst/>
          </a:prstGeom>
          <a:noFill/>
          <a:ln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9" name="Shape 73">
            <a:extLst>
              <a:ext uri="{FF2B5EF4-FFF2-40B4-BE49-F238E27FC236}">
                <a16:creationId xmlns:a16="http://schemas.microsoft.com/office/drawing/2014/main" id="{276721E1-B9BC-4B9A-841C-25A32BBC1977}"/>
              </a:ext>
            </a:extLst>
          </p:cNvPr>
          <p:cNvSpPr>
            <a:spLocks noGrp="1"/>
          </p:cNvSpPr>
          <p:nvPr/>
        </p:nvSpPr>
        <p:spPr>
          <a:xfrm flipV="1">
            <a:off x="4393157" y="3078684"/>
            <a:ext cx="59912" cy="95917"/>
          </a:xfrm>
          <a:prstGeom prst="line">
            <a:avLst/>
          </a:prstGeom>
          <a:noFill/>
          <a:ln w="21590">
            <a:solidFill>
              <a:srgbClr val="E56E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80" name="Shape 74">
            <a:extLst>
              <a:ext uri="{FF2B5EF4-FFF2-40B4-BE49-F238E27FC236}">
                <a16:creationId xmlns:a16="http://schemas.microsoft.com/office/drawing/2014/main" id="{762EE28F-0A8C-4ED2-8384-BE606D7BDE53}"/>
              </a:ext>
            </a:extLst>
          </p:cNvPr>
          <p:cNvSpPr>
            <a:spLocks noGrp="1"/>
          </p:cNvSpPr>
          <p:nvPr/>
        </p:nvSpPr>
        <p:spPr>
          <a:xfrm>
            <a:off x="4374012" y="3155456"/>
            <a:ext cx="38195" cy="38195"/>
          </a:xfrm>
          <a:prstGeom prst="ellipse">
            <a:avLst/>
          </a:prstGeom>
          <a:solidFill>
            <a:srgbClr val="14233E"/>
          </a:solidFill>
          <a:ln w="63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5">
            <a:extLst>
              <a:ext uri="{FF2B5EF4-FFF2-40B4-BE49-F238E27FC236}">
                <a16:creationId xmlns:a16="http://schemas.microsoft.com/office/drawing/2014/main" id="{87B742BD-17F5-407C-8817-54D1700DA587}"/>
              </a:ext>
            </a:extLst>
          </p:cNvPr>
          <p:cNvSpPr>
            <a:spLocks noGrp="1"/>
          </p:cNvSpPr>
          <p:nvPr/>
        </p:nvSpPr>
        <p:spPr>
          <a:xfrm>
            <a:off x="4710622" y="2900281"/>
            <a:ext cx="2030645" cy="5486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Shared Duration</a:t>
            </a: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Predictor</a:t>
            </a:r>
            <a:endParaRPr sz="1200" b="1" dirty="0"/>
          </a:p>
        </p:txBody>
      </p:sp>
      <p:sp>
        <p:nvSpPr>
          <p:cNvPr id="82" name="Shape 76">
            <a:extLst>
              <a:ext uri="{FF2B5EF4-FFF2-40B4-BE49-F238E27FC236}">
                <a16:creationId xmlns:a16="http://schemas.microsoft.com/office/drawing/2014/main" id="{39A6D061-8885-4CA1-B69E-F47F8612DD79}"/>
              </a:ext>
            </a:extLst>
          </p:cNvPr>
          <p:cNvSpPr>
            <a:spLocks noGrp="1"/>
          </p:cNvSpPr>
          <p:nvPr/>
        </p:nvSpPr>
        <p:spPr>
          <a:xfrm flipH="1">
            <a:off x="3758803" y="3161901"/>
            <a:ext cx="303610" cy="0"/>
          </a:xfrm>
          <a:prstGeom prst="line">
            <a:avLst/>
          </a:prstGeom>
          <a:noFill/>
          <a:ln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3" name="Shape 77">
            <a:extLst>
              <a:ext uri="{FF2B5EF4-FFF2-40B4-BE49-F238E27FC236}">
                <a16:creationId xmlns:a16="http://schemas.microsoft.com/office/drawing/2014/main" id="{24DDDDE4-C122-401B-9D64-D61825E752E4}"/>
              </a:ext>
            </a:extLst>
          </p:cNvPr>
          <p:cNvSpPr>
            <a:spLocks noGrp="1"/>
          </p:cNvSpPr>
          <p:nvPr/>
        </p:nvSpPr>
        <p:spPr>
          <a:xfrm>
            <a:off x="6871096" y="3161901"/>
            <a:ext cx="306943" cy="0"/>
          </a:xfrm>
          <a:prstGeom prst="line">
            <a:avLst/>
          </a:prstGeom>
          <a:noFill/>
          <a:ln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2B1F7E9-48DA-4FDA-B273-A782E2264C82}"/>
              </a:ext>
            </a:extLst>
          </p:cNvPr>
          <p:cNvSpPr>
            <a:spLocks noGrp="1"/>
          </p:cNvSpPr>
          <p:nvPr/>
        </p:nvSpPr>
        <p:spPr>
          <a:xfrm>
            <a:off x="713232" y="1106424"/>
            <a:ext cx="1298448" cy="347472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0782EA0-3A30-4A8C-B558-3E7EC47424B0}"/>
              </a:ext>
            </a:extLst>
          </p:cNvPr>
          <p:cNvSpPr>
            <a:spLocks noGrp="1"/>
          </p:cNvSpPr>
          <p:nvPr/>
        </p:nvSpPr>
        <p:spPr>
          <a:xfrm>
            <a:off x="713232" y="1106424"/>
            <a:ext cx="1298448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+1</a:t>
            </a:r>
            <a:endParaRPr sz="1250" dirty="0"/>
          </a:p>
        </p:txBody>
      </p:sp>
      <p:sp>
        <p:nvSpPr>
          <p:cNvPr id="35" name="Text 79">
            <a:extLst>
              <a:ext uri="{FF2B5EF4-FFF2-40B4-BE49-F238E27FC236}">
                <a16:creationId xmlns:a16="http://schemas.microsoft.com/office/drawing/2014/main" id="{4BD2856C-A303-64BA-B761-DAF554822C97}"/>
              </a:ext>
            </a:extLst>
          </p:cNvPr>
          <p:cNvSpPr>
            <a:spLocks noGrp="1"/>
          </p:cNvSpPr>
          <p:nvPr/>
        </p:nvSpPr>
        <p:spPr>
          <a:xfrm>
            <a:off x="988694" y="2282285"/>
            <a:ext cx="1219200" cy="22821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  <a:defRPr sz="1200" b="0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E56E2E"/>
                </a:solidFill>
                <a:latin typeface="Arial"/>
                <a:ea typeface="Arial"/>
                <a:cs typeface="Arial"/>
              </a:rPr>
              <a:t>decidePacingDelay</a:t>
            </a:r>
            <a:endParaRPr sz="1200" b="1" dirty="0"/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73CCA119-602A-4AC3-40E9-A4984D8D80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71092" y="1264476"/>
            <a:ext cx="828000" cy="1856232"/>
          </a:xfrm>
          <a:prstGeom prst="bentConnector3">
            <a:avLst>
              <a:gd name="adj1" fmla="val 55774"/>
            </a:avLst>
          </a:prstGeom>
          <a:ln w="28575">
            <a:solidFill>
              <a:srgbClr val="2476D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6BBAD103-D964-E007-B3A5-382DA5182861}"/>
              </a:ext>
            </a:extLst>
          </p:cNvPr>
          <p:cNvCxnSpPr>
            <a:stCxn id="166" idx="3"/>
            <a:endCxn id="69" idx="3"/>
          </p:cNvCxnSpPr>
          <p:nvPr/>
        </p:nvCxnSpPr>
        <p:spPr>
          <a:xfrm>
            <a:off x="10405872" y="1280160"/>
            <a:ext cx="209741" cy="1831924"/>
          </a:xfrm>
          <a:prstGeom prst="bentConnector3">
            <a:avLst>
              <a:gd name="adj1" fmla="val 208992"/>
            </a:avLst>
          </a:prstGeom>
          <a:ln w="19050">
            <a:solidFill>
              <a:srgbClr val="1423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hape 60">
            <a:extLst>
              <a:ext uri="{FF2B5EF4-FFF2-40B4-BE49-F238E27FC236}">
                <a16:creationId xmlns:a16="http://schemas.microsoft.com/office/drawing/2014/main" id="{6F4705AF-13F2-4A17-8D7C-94F49A805398}"/>
              </a:ext>
            </a:extLst>
          </p:cNvPr>
          <p:cNvSpPr>
            <a:spLocks noGrp="1"/>
          </p:cNvSpPr>
          <p:nvPr/>
        </p:nvSpPr>
        <p:spPr>
          <a:xfrm>
            <a:off x="9290304" y="1280160"/>
            <a:ext cx="420434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60697950-925C-2C91-25DB-2C475ED1128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1140" y="1294074"/>
            <a:ext cx="1141200" cy="1476000"/>
          </a:xfrm>
          <a:prstGeom prst="bentConnector3">
            <a:avLst>
              <a:gd name="adj1" fmla="val 70046"/>
            </a:avLst>
          </a:prstGeom>
          <a:ln w="28575">
            <a:solidFill>
              <a:srgbClr val="E56E2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CBA071C-55F6-F75A-EC0C-D9F2CFA45B5D}"/>
              </a:ext>
            </a:extLst>
          </p:cNvPr>
          <p:cNvSpPr txBox="1"/>
          <p:nvPr/>
        </p:nvSpPr>
        <p:spPr>
          <a:xfrm>
            <a:off x="237744" y="1507420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1200" b="1" dirty="0">
                <a:solidFill>
                  <a:srgbClr val="E56E2E"/>
                </a:solidFill>
                <a:latin typeface="Arial"/>
                <a:ea typeface="Arial"/>
                <a:cs typeface="Arial"/>
              </a:rPr>
              <a:t>delay</a:t>
            </a:r>
            <a:endParaRPr lang="en-US" altLang="ko-KR" sz="1200" b="1" dirty="0"/>
          </a:p>
        </p:txBody>
      </p:sp>
      <p:pic>
        <p:nvPicPr>
          <p:cNvPr id="99" name="그림 98" descr="The image shows a person holding a phone.&#10;&#10;AI 생성 콘텐츠는 정확하지 않을 수 있습니다.">
            <a:extLst>
              <a:ext uri="{FF2B5EF4-FFF2-40B4-BE49-F238E27FC236}">
                <a16:creationId xmlns:a16="http://schemas.microsoft.com/office/drawing/2014/main" id="{F88B6A14-0E32-23E2-9BE2-3C365B323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44" y="1682549"/>
            <a:ext cx="173346" cy="1733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7D5440-3246-10D5-F543-8195B4DF01C5}"/>
              </a:ext>
            </a:extLst>
          </p:cNvPr>
          <p:cNvSpPr txBox="1"/>
          <p:nvPr/>
        </p:nvSpPr>
        <p:spPr>
          <a:xfrm>
            <a:off x="3024836" y="679734"/>
            <a:ext cx="1210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In capture order</a:t>
            </a:r>
            <a:endParaRPr lang="ko-KR" altLang="en-US" sz="1100" dirty="0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EDA7DBC2-B2B5-6BEB-170A-B38B351561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7067" y="1909156"/>
            <a:ext cx="1099829" cy="733219"/>
          </a:xfrm>
          <a:prstGeom prst="rect">
            <a:avLst/>
          </a:prstGeom>
        </p:spPr>
      </p:pic>
      <p:sp>
        <p:nvSpPr>
          <p:cNvPr id="173" name="Stage M label">
            <a:extLst>
              <a:ext uri="{FF2B5EF4-FFF2-40B4-BE49-F238E27FC236}">
                <a16:creationId xmlns:a16="http://schemas.microsoft.com/office/drawing/2014/main" id="{118D78DC-EF8C-45BA-A4F1-648EC0216445}"/>
              </a:ext>
            </a:extLst>
          </p:cNvPr>
          <p:cNvSpPr>
            <a:spLocks noGrp="1"/>
          </p:cNvSpPr>
          <p:nvPr/>
        </p:nvSpPr>
        <p:spPr>
          <a:xfrm>
            <a:off x="6506718" y="798127"/>
            <a:ext cx="228600" cy="1271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i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975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74" name="Stage S label">
            <a:extLst>
              <a:ext uri="{FF2B5EF4-FFF2-40B4-BE49-F238E27FC236}">
                <a16:creationId xmlns:a16="http://schemas.microsoft.com/office/drawing/2014/main" id="{F90F3492-7B6E-4FC6-8326-71A392B83F63}"/>
              </a:ext>
            </a:extLst>
          </p:cNvPr>
          <p:cNvSpPr>
            <a:spLocks noGrp="1"/>
          </p:cNvSpPr>
          <p:nvPr/>
        </p:nvSpPr>
        <p:spPr>
          <a:xfrm>
            <a:off x="7530084" y="798127"/>
            <a:ext cx="228600" cy="1271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i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75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75" name="Observed durations label">
            <a:extLst>
              <a:ext uri="{FF2B5EF4-FFF2-40B4-BE49-F238E27FC236}">
                <a16:creationId xmlns:a16="http://schemas.microsoft.com/office/drawing/2014/main" id="{B8A8B3B6-FF9A-47C8-BA5B-96F8F42B115B}"/>
              </a:ext>
            </a:extLst>
          </p:cNvPr>
          <p:cNvSpPr>
            <a:spLocks noGrp="1"/>
          </p:cNvSpPr>
          <p:nvPr/>
        </p:nvSpPr>
        <p:spPr>
          <a:xfrm>
            <a:off x="9467849" y="2425404"/>
            <a:ext cx="1619250" cy="18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0" i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lang="en-US" sz="9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measured</a:t>
            </a:r>
            <a:r>
              <a:rPr sz="900" i="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 durations</a:t>
            </a:r>
          </a:p>
        </p:txBody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C9343FE8-1582-1EC6-5091-13DD4F1A2332}"/>
              </a:ext>
            </a:extLst>
          </p:cNvPr>
          <p:cNvSpPr>
            <a:spLocks noGrp="1"/>
          </p:cNvSpPr>
          <p:nvPr/>
        </p:nvSpPr>
        <p:spPr>
          <a:xfrm>
            <a:off x="6233656" y="941344"/>
            <a:ext cx="731520" cy="70457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그림 19" descr="The image depicts a neatly aligned stack of documents or papers with a star-like pattern on the corner.&#10;&#10;AI 생성 콘텐츠는 정확하지 않을 수 있습니다.">
            <a:extLst>
              <a:ext uri="{FF2B5EF4-FFF2-40B4-BE49-F238E27FC236}">
                <a16:creationId xmlns:a16="http://schemas.microsoft.com/office/drawing/2014/main" id="{33AF534F-7179-3D27-FA33-B9A95E1204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1187" y="1032206"/>
            <a:ext cx="611677" cy="563578"/>
          </a:xfrm>
          <a:prstGeom prst="rect">
            <a:avLst/>
          </a:prstGeom>
        </p:spPr>
      </p:pic>
      <p:sp>
        <p:nvSpPr>
          <p:cNvPr id="85" name="Stage M label">
            <a:extLst>
              <a:ext uri="{FF2B5EF4-FFF2-40B4-BE49-F238E27FC236}">
                <a16:creationId xmlns:a16="http://schemas.microsoft.com/office/drawing/2014/main" id="{33C14D2F-BEBA-5EEA-8875-F37AAB6BF62C}"/>
              </a:ext>
            </a:extLst>
          </p:cNvPr>
          <p:cNvSpPr>
            <a:spLocks noGrp="1"/>
          </p:cNvSpPr>
          <p:nvPr/>
        </p:nvSpPr>
        <p:spPr>
          <a:xfrm>
            <a:off x="2699118" y="1097187"/>
            <a:ext cx="228600" cy="1271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i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80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Enqueue</a:t>
            </a:r>
          </a:p>
        </p:txBody>
      </p:sp>
    </p:spTree>
    <p:extLst>
      <p:ext uri="{BB962C8B-B14F-4D97-AF65-F5344CB8AC3E}">
        <p14:creationId xmlns:p14="http://schemas.microsoft.com/office/powerpoint/2010/main" val="64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61</Words>
  <Application>Microsoft Office PowerPoint</Application>
  <DocSecurity>0</DocSecurity>
  <PresentationFormat>사용자 지정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Eunki Song</cp:lastModifiedBy>
  <cp:revision>52</cp:revision>
  <dcterms:created xsi:type="dcterms:W3CDTF">2026-08-11T11:18:04Z</dcterms:created>
  <dcterms:modified xsi:type="dcterms:W3CDTF">2026-10-07T10:52:04Z</dcterms:modified>
</cp:coreProperties>
</file>